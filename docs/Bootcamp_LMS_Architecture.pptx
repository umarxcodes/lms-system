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7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3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4846320"/>
            <a:ext cx="2926080" cy="292608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5" name="Text 3"/>
          <p:cNvSpPr/>
          <p:nvPr/>
        </p:nvSpPr>
        <p:spPr>
          <a:xfrm>
            <a:off x="4663440" y="1965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17720" y="23317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Bootcamp Management LMS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663440" y="3429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Architecture Documentation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4160520"/>
            <a:ext cx="1188720" cy="0"/>
          </a:xfrm>
          <a:prstGeom prst="line">
            <a:avLst/>
          </a:prstGeom>
          <a:noFill/>
          <a:ln w="31750">
            <a:solidFill>
              <a:srgbClr val="F2A6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Umar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4773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Documentation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of the platform — from admin authentication to how every module keeps the dashboard in sync through one shared database.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951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2862072"/>
            <a:ext cx="2276856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95351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33924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module map, end to end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22951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93592" y="2862072"/>
            <a:ext cx="2276856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295351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93592" y="33924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&amp; JWT session flow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2951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82512" y="2862072"/>
            <a:ext cx="2276856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95351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82512" y="33924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live summary data loads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06840" y="21488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71432" y="22951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71432" y="2862072"/>
            <a:ext cx="2276856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71432" y="295351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71432" y="33924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search, add &amp; edit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3525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04672" y="4919472"/>
            <a:ext cx="2276856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501091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4672" y="54498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marking &amp; history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29000" y="42062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43525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593592" y="4919472"/>
            <a:ext cx="2276856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501091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Projects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93592" y="54498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rosters &amp; project status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42062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43525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382512" y="4919472"/>
            <a:ext cx="2276856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501091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82512" y="54498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status tracking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06840" y="420624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71432" y="43525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9171432" y="4919472"/>
            <a:ext cx="2276856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71432" y="501091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171432" y="5449824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six entities relate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module connects — from Admin login to full bootcamp management, on one dashboard.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→ JWT Auth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41A45"/>
          </a:solidFill>
          <a:ln/>
          <a:effectLst>
            <a:outerShdw blurRad="101600" dist="254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810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1762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· Summary cards · Sidebar navigation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97380" y="2743200"/>
            <a:ext cx="0" cy="502920"/>
          </a:xfrm>
          <a:prstGeom prst="line">
            <a:avLst/>
          </a:prstGeom>
          <a:noFill/>
          <a:ln w="19050">
            <a:solidFill>
              <a:srgbClr val="D8DEE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59636" y="33832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659636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" y="39044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417880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0" cy="502920"/>
          </a:xfrm>
          <a:prstGeom prst="line">
            <a:avLst/>
          </a:prstGeom>
          <a:noFill/>
          <a:ln w="19050">
            <a:solidFill>
              <a:srgbClr val="D8DEE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429000" y="3246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48556" y="3383280"/>
            <a:ext cx="475488" cy="475488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21" name="Text 19"/>
          <p:cNvSpPr/>
          <p:nvPr/>
        </p:nvSpPr>
        <p:spPr>
          <a:xfrm>
            <a:off x="4448556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02152" y="39044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02152" y="417880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&amp; track daily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75220" y="2743200"/>
            <a:ext cx="0" cy="502920"/>
          </a:xfrm>
          <a:prstGeom prst="line">
            <a:avLst/>
          </a:prstGeom>
          <a:noFill/>
          <a:ln w="19050">
            <a:solidFill>
              <a:srgbClr val="D8DEE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217920" y="3246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37476" y="338328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237476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91072" y="39044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&amp; Projects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91072" y="417880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&amp; monitor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264140" y="2743200"/>
            <a:ext cx="0" cy="502920"/>
          </a:xfrm>
          <a:prstGeom prst="line">
            <a:avLst/>
          </a:prstGeom>
          <a:noFill/>
          <a:ln w="19050">
            <a:solidFill>
              <a:srgbClr val="D8DEEC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006840" y="3246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26396" y="3383280"/>
            <a:ext cx="475488" cy="475488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33" name="Text 31"/>
          <p:cNvSpPr/>
          <p:nvPr/>
        </p:nvSpPr>
        <p:spPr>
          <a:xfrm>
            <a:off x="10026396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79992" y="3904488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079992" y="417880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&amp; track status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4480560"/>
            <a:ext cx="0" cy="320040"/>
          </a:xfrm>
          <a:prstGeom prst="line">
            <a:avLst/>
          </a:prstGeom>
          <a:noFill/>
          <a:ln w="19050">
            <a:solidFill>
              <a:srgbClr val="D8DEEC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40080" y="4800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2A649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864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4400" y="5166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Student · Attendance · Team · Project · Task — linked by IDs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580644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5806440"/>
            <a:ext cx="54864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8064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reads and writes to the same database, so Dashboard numbers, Student profiles, and Team/Task views always stay in sync.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Login &amp; Authentication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journey from opening the app to reaching a protected dashboard.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15163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975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724912"/>
            <a:ext cx="2822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username + password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92880" y="182880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04944" y="1828800"/>
            <a:ext cx="315163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1248" y="1975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51248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9536" y="2395728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Credentials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9536" y="2724912"/>
            <a:ext cx="2822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/api/admin/login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57744" y="182880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69808" y="1828800"/>
            <a:ext cx="315163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16112" y="1975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51611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34400" y="2395728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34400" y="2724912"/>
            <a:ext cx="2822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hashed password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5204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BEAEA"/>
          </a:solidFill>
          <a:ln w="12700">
            <a:solidFill>
              <a:srgbClr val="E3B4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  ·  Invalid Credentials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950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error message → stay on Login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35204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E8F5EC"/>
          </a:solidFill>
          <a:ln w="12700">
            <a:solidFill>
              <a:srgbClr val="B7DE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 ·  Valid Credentials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950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8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JWT Token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70916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48463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4846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Token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client-side (cookie / storage)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70916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82512" y="48463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382512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4846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to Dashboard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0372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 unlocked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585216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4F6FB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5852160"/>
            <a:ext cx="54864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585216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every page:  </a:t>
            </a: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checks the token on every dashboard request. No token / expired token (401) bounces the user back to Login. Logout clears the token.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Load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the moment the admin lands on the dashboard.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Dashboard Mounts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check passes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63240" y="182880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20440" y="1965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Fetch Summary Data — parallel API calls fired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7695" y="2331720"/>
            <a:ext cx="0" cy="137160"/>
          </a:xfrm>
          <a:prstGeom prst="line">
            <a:avLst/>
          </a:prstGeom>
          <a:noFill/>
          <a:ln w="1524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468880"/>
            <a:ext cx="179451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542032"/>
            <a:ext cx="1611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2871216"/>
            <a:ext cx="16116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/students/count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86525" y="2331720"/>
            <a:ext cx="0" cy="137160"/>
          </a:xfrm>
          <a:prstGeom prst="line">
            <a:avLst/>
          </a:prstGeom>
          <a:noFill/>
          <a:ln w="15240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89270" y="2468880"/>
            <a:ext cx="179451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0710" y="2542032"/>
            <a:ext cx="1611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80710" y="2871216"/>
            <a:ext cx="16116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/attendance/today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55355" y="2331720"/>
            <a:ext cx="0" cy="137160"/>
          </a:xfrm>
          <a:prstGeom prst="line">
            <a:avLst/>
          </a:prstGeom>
          <a:noFill/>
          <a:ln w="15240">
            <a:solidFill>
              <a:srgbClr val="D8DE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8100" y="2468880"/>
            <a:ext cx="179451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49540" y="2542032"/>
            <a:ext cx="1611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Count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49540" y="2871216"/>
            <a:ext cx="16116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/teams/count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624185" y="2331720"/>
            <a:ext cx="0" cy="137160"/>
          </a:xfrm>
          <a:prstGeom prst="line">
            <a:avLst/>
          </a:prstGeom>
          <a:noFill/>
          <a:ln w="15240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26930" y="2468880"/>
            <a:ext cx="179451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18370" y="2542032"/>
            <a:ext cx="1611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Tasks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18370" y="2871216"/>
            <a:ext cx="16116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/tasks/pending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37490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3886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Render Summary Cards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 · Present · Absent · Total Teams · Pending Tasks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37490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3886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Render Section Widgets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92240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Attendance Summary + Today's Task Summary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4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5257800"/>
            <a:ext cx="54864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from here:  </a:t>
            </a: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sidebar click (Students / Attendance / Teams / Tasks / Logout) routes the admin into the matching module — each one detailed on the following slides.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Management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Viewing, searching, and managing every student profile.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Students Module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/api/students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017520" cy="0"/>
          </a:xfrm>
          <a:prstGeom prst="line">
            <a:avLst/>
          </a:prstGeom>
          <a:noFill/>
          <a:ln w="12700">
            <a:solidFill>
              <a:srgbClr val="4A55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Table Renders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35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 · Name · Course · Batch · Team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3611880" cy="649224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188366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3a. Search / Filter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61688" y="2157984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Roll No or Name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3611880" cy="649224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88366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3b. Add Student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10728" y="2157984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→ validate → auto 6-digit Roll No → POST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51960" y="2569464"/>
            <a:ext cx="3611880" cy="649224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62432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3c. Edit Student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61688" y="289864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form → PUT /students/:id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01000" y="2569464"/>
            <a:ext cx="3611880" cy="649224"/>
          </a:xfrm>
          <a:prstGeom prst="roundRect">
            <a:avLst>
              <a:gd name="adj" fmla="val 8451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262432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3d. View Student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10728" y="2898648"/>
            <a:ext cx="3392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/students/:id → Profile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Student Profile Page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858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Roll No · Course · Batch · Team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5303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80944" y="456285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2980944" y="45628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" y="52578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History Tab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" y="5577840"/>
            <a:ext cx="5084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attendance record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4343400"/>
            <a:ext cx="53035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58784" y="4562856"/>
            <a:ext cx="621792" cy="621792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32" name="Text 30"/>
          <p:cNvSpPr/>
          <p:nvPr/>
        </p:nvSpPr>
        <p:spPr>
          <a:xfrm>
            <a:off x="8558784" y="456285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09360" y="52578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History Tab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27648" y="5577840"/>
            <a:ext cx="5084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Monthly tasks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Management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Marking, editing, and reviewing daily attendance by Roll Number.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151632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975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Attendance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724912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/api/attendance/today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92880" y="1828800"/>
            <a:ext cx="310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04944" y="1828800"/>
            <a:ext cx="3151632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1248" y="1975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51248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9536" y="2395728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Renders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9536" y="2724912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 + current status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57744" y="1828800"/>
            <a:ext cx="310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69808" y="1828800"/>
            <a:ext cx="3151632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16112" y="1975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51611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34400" y="2395728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/ Edit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34400" y="2724912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 → Present / Absent / Leave (POST / PUT)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History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7307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student row → GET /attendance/student/:id → Date · Day · Status table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2015338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28293" y="433425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428293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" y="4828032"/>
            <a:ext cx="1923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Days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56586" y="4206240"/>
            <a:ext cx="2015338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44798" y="4334256"/>
            <a:ext cx="438912" cy="438912"/>
          </a:xfrm>
          <a:prstGeom prst="ellipse">
            <a:avLst/>
          </a:prstGeom>
          <a:solidFill>
            <a:srgbClr val="3D8557"/>
          </a:solidFill>
          <a:ln/>
        </p:spPr>
      </p:sp>
      <p:sp>
        <p:nvSpPr>
          <p:cNvPr id="30" name="Text 28"/>
          <p:cNvSpPr/>
          <p:nvPr/>
        </p:nvSpPr>
        <p:spPr>
          <a:xfrm>
            <a:off x="3644798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902306" y="4828032"/>
            <a:ext cx="1923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73091" y="4206240"/>
            <a:ext cx="2015338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61304" y="4334256"/>
            <a:ext cx="438912" cy="438912"/>
          </a:xfrm>
          <a:prstGeom prst="ellipse">
            <a:avLst/>
          </a:prstGeom>
          <a:solidFill>
            <a:srgbClr val="9B3B3B"/>
          </a:solidFill>
          <a:ln/>
        </p:spPr>
      </p:sp>
      <p:sp>
        <p:nvSpPr>
          <p:cNvPr id="34" name="Text 32"/>
          <p:cNvSpPr/>
          <p:nvPr/>
        </p:nvSpPr>
        <p:spPr>
          <a:xfrm>
            <a:off x="5861304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118811" y="4828032"/>
            <a:ext cx="1923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89597" y="4206240"/>
            <a:ext cx="2015338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7810" y="4334256"/>
            <a:ext cx="438912" cy="438912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38" name="Text 36"/>
          <p:cNvSpPr/>
          <p:nvPr/>
        </p:nvSpPr>
        <p:spPr>
          <a:xfrm>
            <a:off x="8077810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35317" y="4828032"/>
            <a:ext cx="1923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506102" y="4206240"/>
            <a:ext cx="2015338" cy="960120"/>
          </a:xfrm>
          <a:prstGeom prst="roundRect">
            <a:avLst>
              <a:gd name="adj" fmla="val 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94315" y="4334256"/>
            <a:ext cx="438912" cy="438912"/>
          </a:xfrm>
          <a:prstGeom prst="ellipse">
            <a:avLst/>
          </a:prstGeom>
          <a:solidFill>
            <a:srgbClr val="F2A649"/>
          </a:solidFill>
          <a:ln/>
        </p:spPr>
      </p:sp>
      <p:sp>
        <p:nvSpPr>
          <p:cNvPr id="42" name="Text 40"/>
          <p:cNvSpPr/>
          <p:nvPr/>
        </p:nvSpPr>
        <p:spPr>
          <a:xfrm>
            <a:off x="10294315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551822" y="4828032"/>
            <a:ext cx="1923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544068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4F6FB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" y="5440680"/>
            <a:ext cx="54864" cy="6217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54406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filters:  </a:t>
            </a: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Weekly / Monthly filters re-query the same endpoint with a date-range parameter, reusing the same table and summary components.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&amp; Projects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teams, members, and the project assigned to each team.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151632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975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Teams Module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724912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/api/teams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92880" y="1828800"/>
            <a:ext cx="310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04944" y="1828800"/>
            <a:ext cx="3151632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1248" y="1975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51248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9536" y="2395728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List Renders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9536" y="2724912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Members · Project · Status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57744" y="1828800"/>
            <a:ext cx="3108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69808" y="1828800"/>
            <a:ext cx="3151632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16112" y="19751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516112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34400" y="2395728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Team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34400" y="2724912"/>
            <a:ext cx="282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/api/teams/:id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886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Members · Member count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3832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635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Project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3886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Description · Deadline · Status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Update Project Status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3291840" cy="54864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931920" y="5349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51960" y="5349240"/>
            <a:ext cx="3291840" cy="548640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543800" y="53492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863840" y="5349240"/>
            <a:ext cx="3291840" cy="548640"/>
          </a:xfrm>
          <a:prstGeom prst="roundRect">
            <a:avLst>
              <a:gd name="adj" fmla="val 50000"/>
            </a:avLst>
          </a:prstGeom>
          <a:solidFill>
            <a:srgbClr val="F2A649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292840" y="5349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6108192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6108192"/>
            <a:ext cx="54864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61081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simple:  </a:t>
            </a: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links to exactly one active project. Adding/removing members is a small PUT on the team record.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Management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tasks to students and tracking status over time.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Tasks Module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/api/tasks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3017520" cy="0"/>
          </a:xfrm>
          <a:prstGeom prst="line">
            <a:avLst/>
          </a:prstGeom>
          <a:noFill/>
          <a:ln w="12700">
            <a:solidFill>
              <a:srgbClr val="4A55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Task List Renders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Roll No · Title · Due Date · Status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1883664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3a. Create Task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61688" y="2139696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/api/tasks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883664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3b. Edit Task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10728" y="2139696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/api/tasks/:id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51960" y="2505456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560320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3c. Delete Task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61688" y="281635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/api/tasks/:id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01000" y="2505456"/>
            <a:ext cx="3611880" cy="603504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2560320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3d. Change Status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10728" y="2816352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status field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Task View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3118104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398678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440740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Student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4736592"/>
            <a:ext cx="2788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/api/tasks/student/:id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59352" y="3840480"/>
            <a:ext cx="310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471416" y="3840480"/>
            <a:ext cx="3118104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98678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36008" y="4407408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History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36008" y="4736592"/>
            <a:ext cx="27889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· Weekly · Monthly views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638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Summary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63840" y="416052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863840" y="4160520"/>
            <a:ext cx="457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0" y="4160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863840" y="464515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40" name="Shape 38"/>
          <p:cNvSpPr/>
          <p:nvPr/>
        </p:nvSpPr>
        <p:spPr>
          <a:xfrm>
            <a:off x="7863840" y="4645152"/>
            <a:ext cx="45720" cy="384048"/>
          </a:xfrm>
          <a:prstGeom prst="rect">
            <a:avLst/>
          </a:prstGeom>
          <a:solidFill>
            <a:srgbClr val="3D8557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4645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863840" y="5129784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43" name="Shape 41"/>
          <p:cNvSpPr/>
          <p:nvPr/>
        </p:nvSpPr>
        <p:spPr>
          <a:xfrm>
            <a:off x="7863840" y="5129784"/>
            <a:ext cx="45720" cy="384048"/>
          </a:xfrm>
          <a:prstGeom prst="rect">
            <a:avLst/>
          </a:prstGeom>
          <a:solidFill>
            <a:srgbClr val="F2A649"/>
          </a:solidFill>
          <a:ln/>
        </p:spPr>
      </p:sp>
      <p:sp>
        <p:nvSpPr>
          <p:cNvPr id="44" name="Text 42"/>
          <p:cNvSpPr/>
          <p:nvPr/>
        </p:nvSpPr>
        <p:spPr>
          <a:xfrm>
            <a:off x="8046720" y="51297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63840" y="5614416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4F6FB"/>
          </a:solidFill>
          <a:ln/>
        </p:spPr>
      </p:sp>
      <p:sp>
        <p:nvSpPr>
          <p:cNvPr id="46" name="Shape 44"/>
          <p:cNvSpPr/>
          <p:nvPr/>
        </p:nvSpPr>
        <p:spPr>
          <a:xfrm>
            <a:off x="7863840" y="5614416"/>
            <a:ext cx="45720" cy="384048"/>
          </a:xfrm>
          <a:prstGeom prst="rect">
            <a:avLst/>
          </a:prstGeom>
          <a:solidFill>
            <a:srgbClr val="9B3B3B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0" y="5614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Relationship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six entities connect underneath every workflow above.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35021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2996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email · password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828800"/>
            <a:ext cx="3502152" cy="73152"/>
          </a:xfrm>
          <a:prstGeom prst="rect">
            <a:avLst/>
          </a:prstGeom>
          <a:solidFill>
            <a:srgbClr val="44506B"/>
          </a:solidFill>
          <a:ln/>
        </p:spPr>
      </p:sp>
      <p:sp>
        <p:nvSpPr>
          <p:cNvPr id="11" name="Text 9"/>
          <p:cNvSpPr/>
          <p:nvPr/>
        </p:nvSpPr>
        <p:spPr>
          <a:xfrm>
            <a:off x="4489704" y="202996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89704" y="239572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rollNumber · name · course · batch · teamId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10144" y="182880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10144" y="1828800"/>
            <a:ext cx="35021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174736" y="202996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174736" y="239572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· date · status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246120"/>
            <a:ext cx="3502152" cy="73152"/>
          </a:xfrm>
          <a:prstGeom prst="rect">
            <a:avLst/>
          </a:prstGeom>
          <a:solidFill>
            <a:srgbClr val="44506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44728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381304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· title · dueDate · status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25112" y="32461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25112" y="3246120"/>
            <a:ext cx="350215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489704" y="344728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89704" y="381304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projectId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10144" y="32461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10144" y="3246120"/>
            <a:ext cx="3502152" cy="73152"/>
          </a:xfrm>
          <a:prstGeom prst="rect">
            <a:avLst/>
          </a:prstGeom>
          <a:solidFill>
            <a:srgbClr val="44506B"/>
          </a:solidFill>
          <a:ln/>
        </p:spPr>
      </p:sp>
      <p:sp>
        <p:nvSpPr>
          <p:cNvPr id="27" name="Text 25"/>
          <p:cNvSpPr/>
          <p:nvPr/>
        </p:nvSpPr>
        <p:spPr>
          <a:xfrm>
            <a:off x="8174736" y="344728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174736" y="381304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description · deadline · status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in Plain Words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Object],[object Object][object Object],[object Object][object Object],[object Object]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40080" y="598932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5989320"/>
            <a:ext cx="54864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989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backbone every screen in the earlier sections reads from and writes to.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114800" cy="41148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module reads and writes to one shared database — keeping the Dashboard, Students, Attendance, Teams, and Tasks always in sync.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251960"/>
            <a:ext cx="1188720" cy="0"/>
          </a:xfrm>
          <a:prstGeom prst="line">
            <a:avLst/>
          </a:prstGeom>
          <a:noFill/>
          <a:ln w="31750">
            <a:solidFill>
              <a:srgbClr val="F2A6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 · Workflow &amp; Architecture Documentation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Umar · Full-Stack Developer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MANAGEMENT LMS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1111</Words>
  <Application>Microsoft Office PowerPoint</Application>
  <PresentationFormat>Widescreen</PresentationFormat>
  <Paragraphs>259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Mecha Genos</cp:lastModifiedBy>
  <cp:revision>1</cp:revision>
  <dcterms:created xsi:type="dcterms:W3CDTF">2026-08-01T04:14:15Z</dcterms:created>
  <dcterms:modified xsi:type="dcterms:W3CDTF">2026-08-06T06:02:26Z</dcterms:modified>
</cp:coreProperties>
</file>